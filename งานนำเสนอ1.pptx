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th-TH"/>
    </a:defPPr>
    <a:lvl1pPr marL="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สไลด์ชื่อเรื่อ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ชื่อเรื่อง 1">
            <a:extLst>
              <a:ext uri="{FF2B5EF4-FFF2-40B4-BE49-F238E27FC236}">
                <a16:creationId xmlns:a16="http://schemas.microsoft.com/office/drawing/2014/main" id="{B10DE2DD-3FA9-1B7E-E769-897C7B7BB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h-TH"/>
              <a:t>คลิกเพื่อแก้ไขสไตล์ชื่อเรื่องต้นแบบ</a:t>
            </a:r>
          </a:p>
        </p:txBody>
      </p:sp>
      <p:sp>
        <p:nvSpPr>
          <p:cNvPr id="3" name="ชื่อเรื่องรอง 2">
            <a:extLst>
              <a:ext uri="{FF2B5EF4-FFF2-40B4-BE49-F238E27FC236}">
                <a16:creationId xmlns:a16="http://schemas.microsoft.com/office/drawing/2014/main" id="{91F5B643-81A3-F0CB-F8DD-61F4C3085B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h-TH"/>
              <a:t>คลิกเพื่อแก้ไขสไตล์ชื่อเรื่องรองต้นแบบ</a:t>
            </a:r>
          </a:p>
        </p:txBody>
      </p:sp>
      <p:sp>
        <p:nvSpPr>
          <p:cNvPr id="4" name="ตัวแทนวันที่ 3">
            <a:extLst>
              <a:ext uri="{FF2B5EF4-FFF2-40B4-BE49-F238E27FC236}">
                <a16:creationId xmlns:a16="http://schemas.microsoft.com/office/drawing/2014/main" id="{189EA6FC-58A5-481D-16AC-006161F6C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3AAFC-AD6C-4BC9-96C1-B2A3A4B61B2C}" type="datetimeFigureOut">
              <a:rPr lang="th-TH" smtClean="0"/>
              <a:t>21/11/68</a:t>
            </a:fld>
            <a:endParaRPr lang="th-TH"/>
          </a:p>
        </p:txBody>
      </p:sp>
      <p:sp>
        <p:nvSpPr>
          <p:cNvPr id="5" name="ตัวแทนท้ายกระดาษ 4">
            <a:extLst>
              <a:ext uri="{FF2B5EF4-FFF2-40B4-BE49-F238E27FC236}">
                <a16:creationId xmlns:a16="http://schemas.microsoft.com/office/drawing/2014/main" id="{20768E80-E30D-0CED-D3A0-7D654B63F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ตัวแทนหมายเลขสไลด์ 5">
            <a:extLst>
              <a:ext uri="{FF2B5EF4-FFF2-40B4-BE49-F238E27FC236}">
                <a16:creationId xmlns:a16="http://schemas.microsoft.com/office/drawing/2014/main" id="{68B632BF-38F5-1986-515D-3115CE90E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450D8-793C-4705-BEBB-05F8AF0842F2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742006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ชื่อเรื่องและเนื้อห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ชื่อเรื่อง 1">
            <a:extLst>
              <a:ext uri="{FF2B5EF4-FFF2-40B4-BE49-F238E27FC236}">
                <a16:creationId xmlns:a16="http://schemas.microsoft.com/office/drawing/2014/main" id="{A11735C1-80C1-210D-7EB7-1BDCAB130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/>
              <a:t>คลิกเพื่อแก้ไขสไตล์ชื่อเรื่องต้นแบบ</a:t>
            </a:r>
          </a:p>
        </p:txBody>
      </p:sp>
      <p:sp>
        <p:nvSpPr>
          <p:cNvPr id="3" name="ตัวแทนเนื้อหา 2">
            <a:extLst>
              <a:ext uri="{FF2B5EF4-FFF2-40B4-BE49-F238E27FC236}">
                <a16:creationId xmlns:a16="http://schemas.microsoft.com/office/drawing/2014/main" id="{92DC10C1-F1C6-661D-CA6B-E165C0833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h-TH"/>
              <a:t>คลิกเพื่อแก้ไขสไตล์ของข้อความต้นแบบ</a:t>
            </a:r>
          </a:p>
          <a:p>
            <a:pPr lvl="1"/>
            <a:r>
              <a:rPr lang="th-TH"/>
              <a:t>ระดับที่สอง</a:t>
            </a:r>
          </a:p>
          <a:p>
            <a:pPr lvl="2"/>
            <a:r>
              <a:rPr lang="th-TH"/>
              <a:t>ระดับที่สาม</a:t>
            </a:r>
          </a:p>
          <a:p>
            <a:pPr lvl="3"/>
            <a:r>
              <a:rPr lang="th-TH"/>
              <a:t>ระดับที่สี่</a:t>
            </a:r>
          </a:p>
          <a:p>
            <a:pPr lvl="4"/>
            <a:r>
              <a:rPr lang="th-TH"/>
              <a:t>ระดับที่ห้า</a:t>
            </a:r>
          </a:p>
        </p:txBody>
      </p:sp>
      <p:sp>
        <p:nvSpPr>
          <p:cNvPr id="4" name="ตัวแทนวันที่ 3">
            <a:extLst>
              <a:ext uri="{FF2B5EF4-FFF2-40B4-BE49-F238E27FC236}">
                <a16:creationId xmlns:a16="http://schemas.microsoft.com/office/drawing/2014/main" id="{F17B53B9-F4A5-682C-0A60-6E29995D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3AAFC-AD6C-4BC9-96C1-B2A3A4B61B2C}" type="datetimeFigureOut">
              <a:rPr lang="th-TH" smtClean="0"/>
              <a:t>21/11/68</a:t>
            </a:fld>
            <a:endParaRPr lang="th-TH"/>
          </a:p>
        </p:txBody>
      </p:sp>
      <p:sp>
        <p:nvSpPr>
          <p:cNvPr id="5" name="ตัวแทนท้ายกระดาษ 4">
            <a:extLst>
              <a:ext uri="{FF2B5EF4-FFF2-40B4-BE49-F238E27FC236}">
                <a16:creationId xmlns:a16="http://schemas.microsoft.com/office/drawing/2014/main" id="{DDF5BEC2-B629-8539-FBE2-0AB1542B2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ตัวแทนหมายเลขสไลด์ 5">
            <a:extLst>
              <a:ext uri="{FF2B5EF4-FFF2-40B4-BE49-F238E27FC236}">
                <a16:creationId xmlns:a16="http://schemas.microsoft.com/office/drawing/2014/main" id="{4AE97C91-459B-B904-509D-35DC65CCF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450D8-793C-4705-BEBB-05F8AF0842F2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017361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ส่วนหัวของส่ว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ชื่อเรื่อง 1">
            <a:extLst>
              <a:ext uri="{FF2B5EF4-FFF2-40B4-BE49-F238E27FC236}">
                <a16:creationId xmlns:a16="http://schemas.microsoft.com/office/drawing/2014/main" id="{396E5544-A1C2-319A-EB26-D666C6A34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h-TH"/>
              <a:t>คลิกเพื่อแก้ไขสไตล์ชื่อเรื่องต้นแบบ</a:t>
            </a:r>
          </a:p>
        </p:txBody>
      </p:sp>
      <p:sp>
        <p:nvSpPr>
          <p:cNvPr id="3" name="ตัวแทนข้อความ 2">
            <a:extLst>
              <a:ext uri="{FF2B5EF4-FFF2-40B4-BE49-F238E27FC236}">
                <a16:creationId xmlns:a16="http://schemas.microsoft.com/office/drawing/2014/main" id="{B96EA2A1-AEBE-6766-5325-9EAB8F5348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h-TH"/>
              <a:t>คลิกเพื่อแก้ไขสไตล์ของข้อความต้นแบบ</a:t>
            </a:r>
          </a:p>
        </p:txBody>
      </p:sp>
      <p:sp>
        <p:nvSpPr>
          <p:cNvPr id="4" name="ตัวแทนวันที่ 3">
            <a:extLst>
              <a:ext uri="{FF2B5EF4-FFF2-40B4-BE49-F238E27FC236}">
                <a16:creationId xmlns:a16="http://schemas.microsoft.com/office/drawing/2014/main" id="{6EB19050-78AB-8AED-43DD-0D6BE78F2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3AAFC-AD6C-4BC9-96C1-B2A3A4B61B2C}" type="datetimeFigureOut">
              <a:rPr lang="th-TH" smtClean="0"/>
              <a:t>21/11/68</a:t>
            </a:fld>
            <a:endParaRPr lang="th-TH"/>
          </a:p>
        </p:txBody>
      </p:sp>
      <p:sp>
        <p:nvSpPr>
          <p:cNvPr id="5" name="ตัวแทนท้ายกระดาษ 4">
            <a:extLst>
              <a:ext uri="{FF2B5EF4-FFF2-40B4-BE49-F238E27FC236}">
                <a16:creationId xmlns:a16="http://schemas.microsoft.com/office/drawing/2014/main" id="{AAB24149-3D07-C6EF-230E-8D3BCD0C3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ตัวแทนหมายเลขสไลด์ 5">
            <a:extLst>
              <a:ext uri="{FF2B5EF4-FFF2-40B4-BE49-F238E27FC236}">
                <a16:creationId xmlns:a16="http://schemas.microsoft.com/office/drawing/2014/main" id="{78336369-D214-42C9-9F01-E11F98BBE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450D8-793C-4705-BEBB-05F8AF0842F2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7374102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เนื้อหา 2 ส่ว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ชื่อเรื่อง 1">
            <a:extLst>
              <a:ext uri="{FF2B5EF4-FFF2-40B4-BE49-F238E27FC236}">
                <a16:creationId xmlns:a16="http://schemas.microsoft.com/office/drawing/2014/main" id="{AC38FC41-DD52-DB84-A98B-182BDFBAF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/>
              <a:t>คลิกเพื่อแก้ไขสไตล์ชื่อเรื่องต้นแบบ</a:t>
            </a:r>
          </a:p>
        </p:txBody>
      </p:sp>
      <p:sp>
        <p:nvSpPr>
          <p:cNvPr id="3" name="ตัวแทนเนื้อหา 2">
            <a:extLst>
              <a:ext uri="{FF2B5EF4-FFF2-40B4-BE49-F238E27FC236}">
                <a16:creationId xmlns:a16="http://schemas.microsoft.com/office/drawing/2014/main" id="{3AFB9F4A-1B6B-13A2-07DA-A49F5097D8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h-TH"/>
              <a:t>คลิกเพื่อแก้ไขสไตล์ของข้อความต้นแบบ</a:t>
            </a:r>
          </a:p>
          <a:p>
            <a:pPr lvl="1"/>
            <a:r>
              <a:rPr lang="th-TH"/>
              <a:t>ระดับที่สอง</a:t>
            </a:r>
          </a:p>
          <a:p>
            <a:pPr lvl="2"/>
            <a:r>
              <a:rPr lang="th-TH"/>
              <a:t>ระดับที่สาม</a:t>
            </a:r>
          </a:p>
          <a:p>
            <a:pPr lvl="3"/>
            <a:r>
              <a:rPr lang="th-TH"/>
              <a:t>ระดับที่สี่</a:t>
            </a:r>
          </a:p>
          <a:p>
            <a:pPr lvl="4"/>
            <a:r>
              <a:rPr lang="th-TH"/>
              <a:t>ระดับที่ห้า</a:t>
            </a:r>
          </a:p>
        </p:txBody>
      </p:sp>
      <p:sp>
        <p:nvSpPr>
          <p:cNvPr id="4" name="ตัวแทนเนื้อหา 3">
            <a:extLst>
              <a:ext uri="{FF2B5EF4-FFF2-40B4-BE49-F238E27FC236}">
                <a16:creationId xmlns:a16="http://schemas.microsoft.com/office/drawing/2014/main" id="{CDE477BF-97AE-D19B-9893-E9F9AEE1C6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h-TH"/>
              <a:t>คลิกเพื่อแก้ไขสไตล์ของข้อความต้นแบบ</a:t>
            </a:r>
          </a:p>
          <a:p>
            <a:pPr lvl="1"/>
            <a:r>
              <a:rPr lang="th-TH"/>
              <a:t>ระดับที่สอง</a:t>
            </a:r>
          </a:p>
          <a:p>
            <a:pPr lvl="2"/>
            <a:r>
              <a:rPr lang="th-TH"/>
              <a:t>ระดับที่สาม</a:t>
            </a:r>
          </a:p>
          <a:p>
            <a:pPr lvl="3"/>
            <a:r>
              <a:rPr lang="th-TH"/>
              <a:t>ระดับที่สี่</a:t>
            </a:r>
          </a:p>
          <a:p>
            <a:pPr lvl="4"/>
            <a:r>
              <a:rPr lang="th-TH"/>
              <a:t>ระดับที่ห้า</a:t>
            </a:r>
          </a:p>
        </p:txBody>
      </p:sp>
      <p:sp>
        <p:nvSpPr>
          <p:cNvPr id="5" name="ตัวแทนวันที่ 4">
            <a:extLst>
              <a:ext uri="{FF2B5EF4-FFF2-40B4-BE49-F238E27FC236}">
                <a16:creationId xmlns:a16="http://schemas.microsoft.com/office/drawing/2014/main" id="{3DF710B1-F579-FF8F-8CBE-D2F274C92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3AAFC-AD6C-4BC9-96C1-B2A3A4B61B2C}" type="datetimeFigureOut">
              <a:rPr lang="th-TH" smtClean="0"/>
              <a:t>21/11/68</a:t>
            </a:fld>
            <a:endParaRPr lang="th-TH"/>
          </a:p>
        </p:txBody>
      </p:sp>
      <p:sp>
        <p:nvSpPr>
          <p:cNvPr id="6" name="ตัวแทนท้ายกระดาษ 5">
            <a:extLst>
              <a:ext uri="{FF2B5EF4-FFF2-40B4-BE49-F238E27FC236}">
                <a16:creationId xmlns:a16="http://schemas.microsoft.com/office/drawing/2014/main" id="{44187B3F-E2F8-D32A-B79C-9A4054471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ตัวแทนหมายเลขสไลด์ 6">
            <a:extLst>
              <a:ext uri="{FF2B5EF4-FFF2-40B4-BE49-F238E27FC236}">
                <a16:creationId xmlns:a16="http://schemas.microsoft.com/office/drawing/2014/main" id="{056E6BA4-C30C-4DCE-D197-1775ECDAD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450D8-793C-4705-BEBB-05F8AF0842F2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030271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การเปรียบเทียบ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ชื่อเรื่อง 1">
            <a:extLst>
              <a:ext uri="{FF2B5EF4-FFF2-40B4-BE49-F238E27FC236}">
                <a16:creationId xmlns:a16="http://schemas.microsoft.com/office/drawing/2014/main" id="{936A7F7D-FB33-B66A-FEA2-E368E937E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h-TH"/>
              <a:t>คลิกเพื่อแก้ไขสไตล์ชื่อเรื่องต้นแบบ</a:t>
            </a:r>
          </a:p>
        </p:txBody>
      </p:sp>
      <p:sp>
        <p:nvSpPr>
          <p:cNvPr id="3" name="ตัวแทนข้อความ 2">
            <a:extLst>
              <a:ext uri="{FF2B5EF4-FFF2-40B4-BE49-F238E27FC236}">
                <a16:creationId xmlns:a16="http://schemas.microsoft.com/office/drawing/2014/main" id="{AB13521E-20A9-2FF2-08D4-093A4E9ACE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h-TH"/>
              <a:t>คลิกเพื่อแก้ไขสไตล์ของข้อความต้นแบบ</a:t>
            </a:r>
          </a:p>
        </p:txBody>
      </p:sp>
      <p:sp>
        <p:nvSpPr>
          <p:cNvPr id="4" name="ตัวแทนเนื้อหา 3">
            <a:extLst>
              <a:ext uri="{FF2B5EF4-FFF2-40B4-BE49-F238E27FC236}">
                <a16:creationId xmlns:a16="http://schemas.microsoft.com/office/drawing/2014/main" id="{0D820FD4-1858-3D1D-F294-CB5BE882D4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h-TH"/>
              <a:t>คลิกเพื่อแก้ไขสไตล์ของข้อความต้นแบบ</a:t>
            </a:r>
          </a:p>
          <a:p>
            <a:pPr lvl="1"/>
            <a:r>
              <a:rPr lang="th-TH"/>
              <a:t>ระดับที่สอง</a:t>
            </a:r>
          </a:p>
          <a:p>
            <a:pPr lvl="2"/>
            <a:r>
              <a:rPr lang="th-TH"/>
              <a:t>ระดับที่สาม</a:t>
            </a:r>
          </a:p>
          <a:p>
            <a:pPr lvl="3"/>
            <a:r>
              <a:rPr lang="th-TH"/>
              <a:t>ระดับที่สี่</a:t>
            </a:r>
          </a:p>
          <a:p>
            <a:pPr lvl="4"/>
            <a:r>
              <a:rPr lang="th-TH"/>
              <a:t>ระดับที่ห้า</a:t>
            </a:r>
          </a:p>
        </p:txBody>
      </p:sp>
      <p:sp>
        <p:nvSpPr>
          <p:cNvPr id="5" name="ตัวแทนข้อความ 4">
            <a:extLst>
              <a:ext uri="{FF2B5EF4-FFF2-40B4-BE49-F238E27FC236}">
                <a16:creationId xmlns:a16="http://schemas.microsoft.com/office/drawing/2014/main" id="{AB6DBDC2-D9D8-D719-4B86-FC9B4B1080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h-TH"/>
              <a:t>คลิกเพื่อแก้ไขสไตล์ของข้อความต้นแบบ</a:t>
            </a:r>
          </a:p>
        </p:txBody>
      </p:sp>
      <p:sp>
        <p:nvSpPr>
          <p:cNvPr id="6" name="ตัวแทนเนื้อหา 5">
            <a:extLst>
              <a:ext uri="{FF2B5EF4-FFF2-40B4-BE49-F238E27FC236}">
                <a16:creationId xmlns:a16="http://schemas.microsoft.com/office/drawing/2014/main" id="{7BADB6B6-33D1-DCE3-38E2-AC08B770D6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h-TH"/>
              <a:t>คลิกเพื่อแก้ไขสไตล์ของข้อความต้นแบบ</a:t>
            </a:r>
          </a:p>
          <a:p>
            <a:pPr lvl="1"/>
            <a:r>
              <a:rPr lang="th-TH"/>
              <a:t>ระดับที่สอง</a:t>
            </a:r>
          </a:p>
          <a:p>
            <a:pPr lvl="2"/>
            <a:r>
              <a:rPr lang="th-TH"/>
              <a:t>ระดับที่สาม</a:t>
            </a:r>
          </a:p>
          <a:p>
            <a:pPr lvl="3"/>
            <a:r>
              <a:rPr lang="th-TH"/>
              <a:t>ระดับที่สี่</a:t>
            </a:r>
          </a:p>
          <a:p>
            <a:pPr lvl="4"/>
            <a:r>
              <a:rPr lang="th-TH"/>
              <a:t>ระดับที่ห้า</a:t>
            </a:r>
          </a:p>
        </p:txBody>
      </p:sp>
      <p:sp>
        <p:nvSpPr>
          <p:cNvPr id="7" name="ตัวแทนวันที่ 6">
            <a:extLst>
              <a:ext uri="{FF2B5EF4-FFF2-40B4-BE49-F238E27FC236}">
                <a16:creationId xmlns:a16="http://schemas.microsoft.com/office/drawing/2014/main" id="{663B978E-054D-FB1F-B4D3-21C51829E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3AAFC-AD6C-4BC9-96C1-B2A3A4B61B2C}" type="datetimeFigureOut">
              <a:rPr lang="th-TH" smtClean="0"/>
              <a:t>21/11/68</a:t>
            </a:fld>
            <a:endParaRPr lang="th-TH"/>
          </a:p>
        </p:txBody>
      </p:sp>
      <p:sp>
        <p:nvSpPr>
          <p:cNvPr id="8" name="ตัวแทนท้ายกระดาษ 7">
            <a:extLst>
              <a:ext uri="{FF2B5EF4-FFF2-40B4-BE49-F238E27FC236}">
                <a16:creationId xmlns:a16="http://schemas.microsoft.com/office/drawing/2014/main" id="{5033E2E3-6D61-9B01-F22E-E3CA0A2EA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9" name="ตัวแทนหมายเลขสไลด์ 8">
            <a:extLst>
              <a:ext uri="{FF2B5EF4-FFF2-40B4-BE49-F238E27FC236}">
                <a16:creationId xmlns:a16="http://schemas.microsoft.com/office/drawing/2014/main" id="{385D3980-AC7C-8323-F3DE-5BB82D59F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450D8-793C-4705-BEBB-05F8AF0842F2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40687388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เฉพาะชื่อเรื่อ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ชื่อเรื่อง 1">
            <a:extLst>
              <a:ext uri="{FF2B5EF4-FFF2-40B4-BE49-F238E27FC236}">
                <a16:creationId xmlns:a16="http://schemas.microsoft.com/office/drawing/2014/main" id="{154ABD04-01A5-06E7-8068-A868C4168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/>
              <a:t>คลิกเพื่อแก้ไขสไตล์ชื่อเรื่องต้นแบบ</a:t>
            </a:r>
          </a:p>
        </p:txBody>
      </p:sp>
      <p:sp>
        <p:nvSpPr>
          <p:cNvPr id="3" name="ตัวแทนวันที่ 2">
            <a:extLst>
              <a:ext uri="{FF2B5EF4-FFF2-40B4-BE49-F238E27FC236}">
                <a16:creationId xmlns:a16="http://schemas.microsoft.com/office/drawing/2014/main" id="{59467F66-232A-E7E5-56DF-BDCF4B083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3AAFC-AD6C-4BC9-96C1-B2A3A4B61B2C}" type="datetimeFigureOut">
              <a:rPr lang="th-TH" smtClean="0"/>
              <a:t>21/11/68</a:t>
            </a:fld>
            <a:endParaRPr lang="th-TH"/>
          </a:p>
        </p:txBody>
      </p:sp>
      <p:sp>
        <p:nvSpPr>
          <p:cNvPr id="4" name="ตัวแทนท้ายกระดาษ 3">
            <a:extLst>
              <a:ext uri="{FF2B5EF4-FFF2-40B4-BE49-F238E27FC236}">
                <a16:creationId xmlns:a16="http://schemas.microsoft.com/office/drawing/2014/main" id="{8FF01D41-E26E-C8F7-DBDE-CF8E420C3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5" name="ตัวแทนหมายเลขสไลด์ 4">
            <a:extLst>
              <a:ext uri="{FF2B5EF4-FFF2-40B4-BE49-F238E27FC236}">
                <a16:creationId xmlns:a16="http://schemas.microsoft.com/office/drawing/2014/main" id="{B7B190A4-1922-DA6E-93A9-C44727A4C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450D8-793C-4705-BEBB-05F8AF0842F2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104846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ว่างเปล่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ตัวแทนวันที่ 1">
            <a:extLst>
              <a:ext uri="{FF2B5EF4-FFF2-40B4-BE49-F238E27FC236}">
                <a16:creationId xmlns:a16="http://schemas.microsoft.com/office/drawing/2014/main" id="{9A7FA1EE-DC9A-B2C9-F7FE-4CC91BD33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3AAFC-AD6C-4BC9-96C1-B2A3A4B61B2C}" type="datetimeFigureOut">
              <a:rPr lang="th-TH" smtClean="0"/>
              <a:t>21/11/68</a:t>
            </a:fld>
            <a:endParaRPr lang="th-TH"/>
          </a:p>
        </p:txBody>
      </p:sp>
      <p:sp>
        <p:nvSpPr>
          <p:cNvPr id="3" name="ตัวแทนท้ายกระดาษ 2">
            <a:extLst>
              <a:ext uri="{FF2B5EF4-FFF2-40B4-BE49-F238E27FC236}">
                <a16:creationId xmlns:a16="http://schemas.microsoft.com/office/drawing/2014/main" id="{250D6611-3BD1-1485-7272-6723F4997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4" name="ตัวแทนหมายเลขสไลด์ 3">
            <a:extLst>
              <a:ext uri="{FF2B5EF4-FFF2-40B4-BE49-F238E27FC236}">
                <a16:creationId xmlns:a16="http://schemas.microsoft.com/office/drawing/2014/main" id="{CA32B491-9C80-8EDD-FB2C-2602F1A74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450D8-793C-4705-BEBB-05F8AF0842F2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0099741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เนื้อหาพร้อมคำอธิบายภาพ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ชื่อเรื่อง 1">
            <a:extLst>
              <a:ext uri="{FF2B5EF4-FFF2-40B4-BE49-F238E27FC236}">
                <a16:creationId xmlns:a16="http://schemas.microsoft.com/office/drawing/2014/main" id="{92F9FE48-A20C-2EDD-96E1-2C03000B1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h-TH"/>
              <a:t>คลิกเพื่อแก้ไขสไตล์ชื่อเรื่องต้นแบบ</a:t>
            </a:r>
          </a:p>
        </p:txBody>
      </p:sp>
      <p:sp>
        <p:nvSpPr>
          <p:cNvPr id="3" name="ตัวแทนเนื้อหา 2">
            <a:extLst>
              <a:ext uri="{FF2B5EF4-FFF2-40B4-BE49-F238E27FC236}">
                <a16:creationId xmlns:a16="http://schemas.microsoft.com/office/drawing/2014/main" id="{FE182F93-6670-2E21-0469-C3C2428D41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h-TH"/>
              <a:t>คลิกเพื่อแก้ไขสไตล์ของข้อความต้นแบบ</a:t>
            </a:r>
          </a:p>
          <a:p>
            <a:pPr lvl="1"/>
            <a:r>
              <a:rPr lang="th-TH"/>
              <a:t>ระดับที่สอง</a:t>
            </a:r>
          </a:p>
          <a:p>
            <a:pPr lvl="2"/>
            <a:r>
              <a:rPr lang="th-TH"/>
              <a:t>ระดับที่สาม</a:t>
            </a:r>
          </a:p>
          <a:p>
            <a:pPr lvl="3"/>
            <a:r>
              <a:rPr lang="th-TH"/>
              <a:t>ระดับที่สี่</a:t>
            </a:r>
          </a:p>
          <a:p>
            <a:pPr lvl="4"/>
            <a:r>
              <a:rPr lang="th-TH"/>
              <a:t>ระดับที่ห้า</a:t>
            </a:r>
          </a:p>
        </p:txBody>
      </p:sp>
      <p:sp>
        <p:nvSpPr>
          <p:cNvPr id="4" name="ตัวแทนข้อความ 3">
            <a:extLst>
              <a:ext uri="{FF2B5EF4-FFF2-40B4-BE49-F238E27FC236}">
                <a16:creationId xmlns:a16="http://schemas.microsoft.com/office/drawing/2014/main" id="{EBB9C795-2D45-3954-F0D1-05CB3CCD5B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h-TH"/>
              <a:t>คลิกเพื่อแก้ไขสไตล์ของข้อความต้นแบบ</a:t>
            </a:r>
          </a:p>
        </p:txBody>
      </p:sp>
      <p:sp>
        <p:nvSpPr>
          <p:cNvPr id="5" name="ตัวแทนวันที่ 4">
            <a:extLst>
              <a:ext uri="{FF2B5EF4-FFF2-40B4-BE49-F238E27FC236}">
                <a16:creationId xmlns:a16="http://schemas.microsoft.com/office/drawing/2014/main" id="{40B078A3-7784-1BD4-6CC2-634C9DBA2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3AAFC-AD6C-4BC9-96C1-B2A3A4B61B2C}" type="datetimeFigureOut">
              <a:rPr lang="th-TH" smtClean="0"/>
              <a:t>21/11/68</a:t>
            </a:fld>
            <a:endParaRPr lang="th-TH"/>
          </a:p>
        </p:txBody>
      </p:sp>
      <p:sp>
        <p:nvSpPr>
          <p:cNvPr id="6" name="ตัวแทนท้ายกระดาษ 5">
            <a:extLst>
              <a:ext uri="{FF2B5EF4-FFF2-40B4-BE49-F238E27FC236}">
                <a16:creationId xmlns:a16="http://schemas.microsoft.com/office/drawing/2014/main" id="{189978FD-EC74-62A4-35BC-E14B45E69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ตัวแทนหมายเลขสไลด์ 6">
            <a:extLst>
              <a:ext uri="{FF2B5EF4-FFF2-40B4-BE49-F238E27FC236}">
                <a16:creationId xmlns:a16="http://schemas.microsoft.com/office/drawing/2014/main" id="{58428054-A5AF-8234-8784-71BE6A1E8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450D8-793C-4705-BEBB-05F8AF0842F2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434569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รูปภาพพร้อมคำอธิบายภาพ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ชื่อเรื่อง 1">
            <a:extLst>
              <a:ext uri="{FF2B5EF4-FFF2-40B4-BE49-F238E27FC236}">
                <a16:creationId xmlns:a16="http://schemas.microsoft.com/office/drawing/2014/main" id="{12F5E9D5-DC13-7095-72B1-98C0BA48E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h-TH"/>
              <a:t>คลิกเพื่อแก้ไขสไตล์ชื่อเรื่องต้นแบบ</a:t>
            </a:r>
          </a:p>
        </p:txBody>
      </p:sp>
      <p:sp>
        <p:nvSpPr>
          <p:cNvPr id="3" name="ตัวแทนรูปภาพ 2">
            <a:extLst>
              <a:ext uri="{FF2B5EF4-FFF2-40B4-BE49-F238E27FC236}">
                <a16:creationId xmlns:a16="http://schemas.microsoft.com/office/drawing/2014/main" id="{DBD6493D-FBAD-1ADC-F1C5-6F76901929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h-TH"/>
          </a:p>
        </p:txBody>
      </p:sp>
      <p:sp>
        <p:nvSpPr>
          <p:cNvPr id="4" name="ตัวแทนข้อความ 3">
            <a:extLst>
              <a:ext uri="{FF2B5EF4-FFF2-40B4-BE49-F238E27FC236}">
                <a16:creationId xmlns:a16="http://schemas.microsoft.com/office/drawing/2014/main" id="{9CA58C61-176A-A25D-EE7B-AF5AC68F9A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h-TH"/>
              <a:t>คลิกเพื่อแก้ไขสไตล์ของข้อความต้นแบบ</a:t>
            </a:r>
          </a:p>
        </p:txBody>
      </p:sp>
      <p:sp>
        <p:nvSpPr>
          <p:cNvPr id="5" name="ตัวแทนวันที่ 4">
            <a:extLst>
              <a:ext uri="{FF2B5EF4-FFF2-40B4-BE49-F238E27FC236}">
                <a16:creationId xmlns:a16="http://schemas.microsoft.com/office/drawing/2014/main" id="{689ACE96-D337-02DF-2349-9416243AD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3AAFC-AD6C-4BC9-96C1-B2A3A4B61B2C}" type="datetimeFigureOut">
              <a:rPr lang="th-TH" smtClean="0"/>
              <a:t>21/11/68</a:t>
            </a:fld>
            <a:endParaRPr lang="th-TH"/>
          </a:p>
        </p:txBody>
      </p:sp>
      <p:sp>
        <p:nvSpPr>
          <p:cNvPr id="6" name="ตัวแทนท้ายกระดาษ 5">
            <a:extLst>
              <a:ext uri="{FF2B5EF4-FFF2-40B4-BE49-F238E27FC236}">
                <a16:creationId xmlns:a16="http://schemas.microsoft.com/office/drawing/2014/main" id="{761D787C-6E45-59AA-4C9B-DFF5AF97E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ตัวแทนหมายเลขสไลด์ 6">
            <a:extLst>
              <a:ext uri="{FF2B5EF4-FFF2-40B4-BE49-F238E27FC236}">
                <a16:creationId xmlns:a16="http://schemas.microsoft.com/office/drawing/2014/main" id="{7EB857D0-2D8B-6F6C-8B39-7A7608612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450D8-793C-4705-BEBB-05F8AF0842F2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040351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ชื่อเรื่องและข้อความแนวตั้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ชื่อเรื่อง 1">
            <a:extLst>
              <a:ext uri="{FF2B5EF4-FFF2-40B4-BE49-F238E27FC236}">
                <a16:creationId xmlns:a16="http://schemas.microsoft.com/office/drawing/2014/main" id="{00D50543-FB58-8442-4640-0E71A7B6C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/>
              <a:t>คลิกเพื่อแก้ไขสไตล์ชื่อเรื่องต้นแบบ</a:t>
            </a:r>
          </a:p>
        </p:txBody>
      </p:sp>
      <p:sp>
        <p:nvSpPr>
          <p:cNvPr id="3" name="ตัวแทนข้อความแนวตั้ง 2">
            <a:extLst>
              <a:ext uri="{FF2B5EF4-FFF2-40B4-BE49-F238E27FC236}">
                <a16:creationId xmlns:a16="http://schemas.microsoft.com/office/drawing/2014/main" id="{516817E1-4637-BA68-2755-E9839465A3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h-TH"/>
              <a:t>คลิกเพื่อแก้ไขสไตล์ของข้อความต้นแบบ</a:t>
            </a:r>
          </a:p>
          <a:p>
            <a:pPr lvl="1"/>
            <a:r>
              <a:rPr lang="th-TH"/>
              <a:t>ระดับที่สอง</a:t>
            </a:r>
          </a:p>
          <a:p>
            <a:pPr lvl="2"/>
            <a:r>
              <a:rPr lang="th-TH"/>
              <a:t>ระดับที่สาม</a:t>
            </a:r>
          </a:p>
          <a:p>
            <a:pPr lvl="3"/>
            <a:r>
              <a:rPr lang="th-TH"/>
              <a:t>ระดับที่สี่</a:t>
            </a:r>
          </a:p>
          <a:p>
            <a:pPr lvl="4"/>
            <a:r>
              <a:rPr lang="th-TH"/>
              <a:t>ระดับที่ห้า</a:t>
            </a:r>
          </a:p>
        </p:txBody>
      </p:sp>
      <p:sp>
        <p:nvSpPr>
          <p:cNvPr id="4" name="ตัวแทนวันที่ 3">
            <a:extLst>
              <a:ext uri="{FF2B5EF4-FFF2-40B4-BE49-F238E27FC236}">
                <a16:creationId xmlns:a16="http://schemas.microsoft.com/office/drawing/2014/main" id="{AD8EAB7B-7709-23A2-17BE-194F78EA5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3AAFC-AD6C-4BC9-96C1-B2A3A4B61B2C}" type="datetimeFigureOut">
              <a:rPr lang="th-TH" smtClean="0"/>
              <a:t>21/11/68</a:t>
            </a:fld>
            <a:endParaRPr lang="th-TH"/>
          </a:p>
        </p:txBody>
      </p:sp>
      <p:sp>
        <p:nvSpPr>
          <p:cNvPr id="5" name="ตัวแทนท้ายกระดาษ 4">
            <a:extLst>
              <a:ext uri="{FF2B5EF4-FFF2-40B4-BE49-F238E27FC236}">
                <a16:creationId xmlns:a16="http://schemas.microsoft.com/office/drawing/2014/main" id="{816357C9-F47F-594C-EF4F-400551028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ตัวแทนหมายเลขสไลด์ 5">
            <a:extLst>
              <a:ext uri="{FF2B5EF4-FFF2-40B4-BE49-F238E27FC236}">
                <a16:creationId xmlns:a16="http://schemas.microsoft.com/office/drawing/2014/main" id="{6E9BBDFC-2473-979A-BC9C-19AB7630F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450D8-793C-4705-BEBB-05F8AF0842F2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368568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ข้อความและชื่อเรื่องแนวตั้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ชื่อเรื่องแนวตั้ง 1">
            <a:extLst>
              <a:ext uri="{FF2B5EF4-FFF2-40B4-BE49-F238E27FC236}">
                <a16:creationId xmlns:a16="http://schemas.microsoft.com/office/drawing/2014/main" id="{8595A6F3-AE9E-A523-7C0E-114F475262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h-TH"/>
              <a:t>คลิกเพื่อแก้ไขสไตล์ชื่อเรื่องต้นแบบ</a:t>
            </a:r>
          </a:p>
        </p:txBody>
      </p:sp>
      <p:sp>
        <p:nvSpPr>
          <p:cNvPr id="3" name="ตัวแทนข้อความแนวตั้ง 2">
            <a:extLst>
              <a:ext uri="{FF2B5EF4-FFF2-40B4-BE49-F238E27FC236}">
                <a16:creationId xmlns:a16="http://schemas.microsoft.com/office/drawing/2014/main" id="{EE53FE8A-9AAA-BD92-C1EF-02DD5E79FA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h-TH"/>
              <a:t>คลิกเพื่อแก้ไขสไตล์ของข้อความต้นแบบ</a:t>
            </a:r>
          </a:p>
          <a:p>
            <a:pPr lvl="1"/>
            <a:r>
              <a:rPr lang="th-TH"/>
              <a:t>ระดับที่สอง</a:t>
            </a:r>
          </a:p>
          <a:p>
            <a:pPr lvl="2"/>
            <a:r>
              <a:rPr lang="th-TH"/>
              <a:t>ระดับที่สาม</a:t>
            </a:r>
          </a:p>
          <a:p>
            <a:pPr lvl="3"/>
            <a:r>
              <a:rPr lang="th-TH"/>
              <a:t>ระดับที่สี่</a:t>
            </a:r>
          </a:p>
          <a:p>
            <a:pPr lvl="4"/>
            <a:r>
              <a:rPr lang="th-TH"/>
              <a:t>ระดับที่ห้า</a:t>
            </a:r>
          </a:p>
        </p:txBody>
      </p:sp>
      <p:sp>
        <p:nvSpPr>
          <p:cNvPr id="4" name="ตัวแทนวันที่ 3">
            <a:extLst>
              <a:ext uri="{FF2B5EF4-FFF2-40B4-BE49-F238E27FC236}">
                <a16:creationId xmlns:a16="http://schemas.microsoft.com/office/drawing/2014/main" id="{F8334819-D2F1-DA69-07D0-1FB03E31F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3AAFC-AD6C-4BC9-96C1-B2A3A4B61B2C}" type="datetimeFigureOut">
              <a:rPr lang="th-TH" smtClean="0"/>
              <a:t>21/11/68</a:t>
            </a:fld>
            <a:endParaRPr lang="th-TH"/>
          </a:p>
        </p:txBody>
      </p:sp>
      <p:sp>
        <p:nvSpPr>
          <p:cNvPr id="5" name="ตัวแทนท้ายกระดาษ 4">
            <a:extLst>
              <a:ext uri="{FF2B5EF4-FFF2-40B4-BE49-F238E27FC236}">
                <a16:creationId xmlns:a16="http://schemas.microsoft.com/office/drawing/2014/main" id="{6264B467-7A71-B323-1902-E49487458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ตัวแทนหมายเลขสไลด์ 5">
            <a:extLst>
              <a:ext uri="{FF2B5EF4-FFF2-40B4-BE49-F238E27FC236}">
                <a16:creationId xmlns:a16="http://schemas.microsoft.com/office/drawing/2014/main" id="{BD903656-E563-1F1A-99F0-3A72A5764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450D8-793C-4705-BEBB-05F8AF0842F2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211500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ตัวแทนชื่อเรื่อง 1">
            <a:extLst>
              <a:ext uri="{FF2B5EF4-FFF2-40B4-BE49-F238E27FC236}">
                <a16:creationId xmlns:a16="http://schemas.microsoft.com/office/drawing/2014/main" id="{B8DA6BD2-5601-51FA-A447-9BC04D6F7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h-TH"/>
              <a:t>คลิกเพื่อแก้ไขสไตล์ชื่อเรื่องต้นแบบ</a:t>
            </a:r>
          </a:p>
        </p:txBody>
      </p:sp>
      <p:sp>
        <p:nvSpPr>
          <p:cNvPr id="3" name="ตัวแทนข้อความ 2">
            <a:extLst>
              <a:ext uri="{FF2B5EF4-FFF2-40B4-BE49-F238E27FC236}">
                <a16:creationId xmlns:a16="http://schemas.microsoft.com/office/drawing/2014/main" id="{FB705E96-1DC8-1EA8-E2AA-0472178C6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h-TH"/>
              <a:t>คลิกเพื่อแก้ไขสไตล์ของข้อความต้นแบบ</a:t>
            </a:r>
          </a:p>
          <a:p>
            <a:pPr lvl="1"/>
            <a:r>
              <a:rPr lang="th-TH"/>
              <a:t>ระดับที่สอง</a:t>
            </a:r>
          </a:p>
          <a:p>
            <a:pPr lvl="2"/>
            <a:r>
              <a:rPr lang="th-TH"/>
              <a:t>ระดับที่สาม</a:t>
            </a:r>
          </a:p>
          <a:p>
            <a:pPr lvl="3"/>
            <a:r>
              <a:rPr lang="th-TH"/>
              <a:t>ระดับที่สี่</a:t>
            </a:r>
          </a:p>
          <a:p>
            <a:pPr lvl="4"/>
            <a:r>
              <a:rPr lang="th-TH"/>
              <a:t>ระดับที่ห้า</a:t>
            </a:r>
          </a:p>
        </p:txBody>
      </p:sp>
      <p:sp>
        <p:nvSpPr>
          <p:cNvPr id="4" name="ตัวแทนวันที่ 3">
            <a:extLst>
              <a:ext uri="{FF2B5EF4-FFF2-40B4-BE49-F238E27FC236}">
                <a16:creationId xmlns:a16="http://schemas.microsoft.com/office/drawing/2014/main" id="{89928181-26C8-446C-C420-8756E68494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E3AAFC-AD6C-4BC9-96C1-B2A3A4B61B2C}" type="datetimeFigureOut">
              <a:rPr lang="th-TH" smtClean="0"/>
              <a:t>21/11/68</a:t>
            </a:fld>
            <a:endParaRPr lang="th-TH"/>
          </a:p>
        </p:txBody>
      </p:sp>
      <p:sp>
        <p:nvSpPr>
          <p:cNvPr id="5" name="ตัวแทนท้ายกระดาษ 4">
            <a:extLst>
              <a:ext uri="{FF2B5EF4-FFF2-40B4-BE49-F238E27FC236}">
                <a16:creationId xmlns:a16="http://schemas.microsoft.com/office/drawing/2014/main" id="{8B1615D1-D097-A6CC-024E-5F865D8A9C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h-TH"/>
          </a:p>
        </p:txBody>
      </p:sp>
      <p:sp>
        <p:nvSpPr>
          <p:cNvPr id="6" name="ตัวแทนหมายเลขสไลด์ 5">
            <a:extLst>
              <a:ext uri="{FF2B5EF4-FFF2-40B4-BE49-F238E27FC236}">
                <a16:creationId xmlns:a16="http://schemas.microsoft.com/office/drawing/2014/main" id="{41EE243B-02F1-94D3-10EF-AE50E173FD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4450D8-793C-4705-BEBB-05F8AF0842F2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55633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h-TH"/>
      </a:defPPr>
      <a:lvl1pPr marL="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ตัวเชื่อมต่อตรง 5">
            <a:extLst>
              <a:ext uri="{FF2B5EF4-FFF2-40B4-BE49-F238E27FC236}">
                <a16:creationId xmlns:a16="http://schemas.microsoft.com/office/drawing/2014/main" id="{6DF96FE0-DE57-3890-296B-D04F1FAF099E}"/>
              </a:ext>
            </a:extLst>
          </p:cNvPr>
          <p:cNvCxnSpPr/>
          <p:nvPr/>
        </p:nvCxnSpPr>
        <p:spPr>
          <a:xfrm>
            <a:off x="0" y="526211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ตัวเชื่อมต่อตรง 7">
            <a:extLst>
              <a:ext uri="{FF2B5EF4-FFF2-40B4-BE49-F238E27FC236}">
                <a16:creationId xmlns:a16="http://schemas.microsoft.com/office/drawing/2014/main" id="{399E9DCE-0326-7AD0-F158-A0BC833FA172}"/>
              </a:ext>
            </a:extLst>
          </p:cNvPr>
          <p:cNvCxnSpPr/>
          <p:nvPr/>
        </p:nvCxnSpPr>
        <p:spPr>
          <a:xfrm>
            <a:off x="0" y="6331789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3892643"/>
      </p:ext>
    </p:extLst>
  </p:cSld>
  <p:clrMapOvr>
    <a:masterClrMapping/>
  </p:clrMapOvr>
</p:sld>
</file>

<file path=ppt/theme/theme1.xml><?xml version="1.0" encoding="utf-8"?>
<a:theme xmlns:a="http://schemas.openxmlformats.org/drawingml/2006/main" name="ธีมของ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0</Words>
  <Application>Microsoft Office PowerPoint</Application>
  <PresentationFormat>แบบจอกว้าง</PresentationFormat>
  <Paragraphs>0</Paragraphs>
  <Slides>1</Slides>
  <Notes>0</Notes>
  <HiddenSlides>0</HiddenSlides>
  <MMClips>0</MMClips>
  <ScaleCrop>false</ScaleCrop>
  <HeadingPairs>
    <vt:vector size="6" baseType="variant">
      <vt:variant>
        <vt:lpstr>ฟอนต์ที่ถูกใช้</vt:lpstr>
      </vt:variant>
      <vt:variant>
        <vt:i4>3</vt:i4>
      </vt:variant>
      <vt:variant>
        <vt:lpstr>ธีม</vt:lpstr>
      </vt:variant>
      <vt:variant>
        <vt:i4>1</vt:i4>
      </vt:variant>
      <vt:variant>
        <vt:lpstr>ชื่อเรื่องสไลด์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ธีมของ Office</vt:lpstr>
      <vt:lpstr>งานนำเสนอ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GODHARD NEVERLOSE</dc:creator>
  <cp:lastModifiedBy>GODHARD NEVERLOSE</cp:lastModifiedBy>
  <cp:revision>1</cp:revision>
  <dcterms:created xsi:type="dcterms:W3CDTF">2025-11-21T08:39:18Z</dcterms:created>
  <dcterms:modified xsi:type="dcterms:W3CDTF">2025-11-21T09:14:18Z</dcterms:modified>
</cp:coreProperties>
</file>