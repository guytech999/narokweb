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8DB"/>
    <a:srgbClr val="000000"/>
    <a:srgbClr val="739EC9"/>
    <a:srgbClr val="5682B1"/>
    <a:srgbClr val="4A70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B10DE2DD-3FA9-1B7E-E769-897C7B7BB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ชื่อเรื่องรอง 2">
            <a:extLst>
              <a:ext uri="{FF2B5EF4-FFF2-40B4-BE49-F238E27FC236}">
                <a16:creationId xmlns:a16="http://schemas.microsoft.com/office/drawing/2014/main" id="{91F5B643-81A3-F0CB-F8DD-61F4C3085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189EA6FC-58A5-481D-16AC-006161F6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AAFC-AD6C-4BC9-96C1-B2A3A4B61B2C}" type="datetimeFigureOut">
              <a:rPr lang="th-TH" smtClean="0"/>
              <a:t>21/11/68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20768E80-E30D-0CED-D3A0-7D654B63F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8B632BF-38F5-1986-515D-3115CE90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0D8-793C-4705-BEBB-05F8AF0842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2006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11735C1-80C1-210D-7EB7-1BDCAB13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92DC10C1-F1C6-661D-CA6B-E165C0833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17B53B9-F4A5-682C-0A60-6E29995D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AAFC-AD6C-4BC9-96C1-B2A3A4B61B2C}" type="datetimeFigureOut">
              <a:rPr lang="th-TH" smtClean="0"/>
              <a:t>21/11/68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DDF5BEC2-B629-8539-FBE2-0AB1542B2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4AE97C91-459B-B904-509D-35DC65CC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0D8-793C-4705-BEBB-05F8AF0842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1736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396E5544-A1C2-319A-EB26-D666C6A34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B96EA2A1-AEBE-6766-5325-9EAB8F534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6EB19050-78AB-8AED-43DD-0D6BE78F2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AAFC-AD6C-4BC9-96C1-B2A3A4B61B2C}" type="datetimeFigureOut">
              <a:rPr lang="th-TH" smtClean="0"/>
              <a:t>21/11/68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AAB24149-3D07-C6EF-230E-8D3BCD0C3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78336369-D214-42C9-9F01-E11F98BBE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0D8-793C-4705-BEBB-05F8AF0842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3741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AC38FC41-DD52-DB84-A98B-182BDFBAF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3AFB9F4A-1B6B-13A2-07DA-A49F5097D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CDE477BF-97AE-D19B-9893-E9F9AEE1C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3DF710B1-F579-FF8F-8CBE-D2F274C92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AAFC-AD6C-4BC9-96C1-B2A3A4B61B2C}" type="datetimeFigureOut">
              <a:rPr lang="th-TH" smtClean="0"/>
              <a:t>21/11/68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44187B3F-E2F8-D32A-B79C-9A405447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056E6BA4-C30C-4DCE-D197-1775ECDAD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0D8-793C-4705-BEBB-05F8AF0842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30271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36A7F7D-FB33-B66A-FEA2-E368E937E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AB13521E-20A9-2FF2-08D4-093A4E9AC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ตัวแทนเนื้อหา 3">
            <a:extLst>
              <a:ext uri="{FF2B5EF4-FFF2-40B4-BE49-F238E27FC236}">
                <a16:creationId xmlns:a16="http://schemas.microsoft.com/office/drawing/2014/main" id="{0D820FD4-1858-3D1D-F294-CB5BE882D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5" name="ตัวแทนข้อความ 4">
            <a:extLst>
              <a:ext uri="{FF2B5EF4-FFF2-40B4-BE49-F238E27FC236}">
                <a16:creationId xmlns:a16="http://schemas.microsoft.com/office/drawing/2014/main" id="{AB6DBDC2-D9D8-D719-4B86-FC9B4B1080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ตัวแทนเนื้อหา 5">
            <a:extLst>
              <a:ext uri="{FF2B5EF4-FFF2-40B4-BE49-F238E27FC236}">
                <a16:creationId xmlns:a16="http://schemas.microsoft.com/office/drawing/2014/main" id="{7BADB6B6-33D1-DCE3-38E2-AC08B770D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7" name="ตัวแทนวันที่ 6">
            <a:extLst>
              <a:ext uri="{FF2B5EF4-FFF2-40B4-BE49-F238E27FC236}">
                <a16:creationId xmlns:a16="http://schemas.microsoft.com/office/drawing/2014/main" id="{663B978E-054D-FB1F-B4D3-21C51829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AAFC-AD6C-4BC9-96C1-B2A3A4B61B2C}" type="datetimeFigureOut">
              <a:rPr lang="th-TH" smtClean="0"/>
              <a:t>21/11/68</a:t>
            </a:fld>
            <a:endParaRPr lang="th-TH"/>
          </a:p>
        </p:txBody>
      </p:sp>
      <p:sp>
        <p:nvSpPr>
          <p:cNvPr id="8" name="ตัวแทนท้ายกระดาษ 7">
            <a:extLst>
              <a:ext uri="{FF2B5EF4-FFF2-40B4-BE49-F238E27FC236}">
                <a16:creationId xmlns:a16="http://schemas.microsoft.com/office/drawing/2014/main" id="{5033E2E3-6D61-9B01-F22E-E3CA0A2EA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ตัวแทนหมายเลขสไลด์ 8">
            <a:extLst>
              <a:ext uri="{FF2B5EF4-FFF2-40B4-BE49-F238E27FC236}">
                <a16:creationId xmlns:a16="http://schemas.microsoft.com/office/drawing/2014/main" id="{385D3980-AC7C-8323-F3DE-5BB82D59F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0D8-793C-4705-BEBB-05F8AF0842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68738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54ABD04-01A5-06E7-8068-A868C4168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วันที่ 2">
            <a:extLst>
              <a:ext uri="{FF2B5EF4-FFF2-40B4-BE49-F238E27FC236}">
                <a16:creationId xmlns:a16="http://schemas.microsoft.com/office/drawing/2014/main" id="{59467F66-232A-E7E5-56DF-BDCF4B08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AAFC-AD6C-4BC9-96C1-B2A3A4B61B2C}" type="datetimeFigureOut">
              <a:rPr lang="th-TH" smtClean="0"/>
              <a:t>21/11/68</a:t>
            </a:fld>
            <a:endParaRPr lang="th-TH"/>
          </a:p>
        </p:txBody>
      </p:sp>
      <p:sp>
        <p:nvSpPr>
          <p:cNvPr id="4" name="ตัวแทนท้ายกระดาษ 3">
            <a:extLst>
              <a:ext uri="{FF2B5EF4-FFF2-40B4-BE49-F238E27FC236}">
                <a16:creationId xmlns:a16="http://schemas.microsoft.com/office/drawing/2014/main" id="{8FF01D41-E26E-C8F7-DBDE-CF8E420C3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ตัวแทนหมายเลขสไลด์ 4">
            <a:extLst>
              <a:ext uri="{FF2B5EF4-FFF2-40B4-BE49-F238E27FC236}">
                <a16:creationId xmlns:a16="http://schemas.microsoft.com/office/drawing/2014/main" id="{B7B190A4-1922-DA6E-93A9-C44727A4C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0D8-793C-4705-BEBB-05F8AF0842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04846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วันที่ 1">
            <a:extLst>
              <a:ext uri="{FF2B5EF4-FFF2-40B4-BE49-F238E27FC236}">
                <a16:creationId xmlns:a16="http://schemas.microsoft.com/office/drawing/2014/main" id="{9A7FA1EE-DC9A-B2C9-F7FE-4CC91BD33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AAFC-AD6C-4BC9-96C1-B2A3A4B61B2C}" type="datetimeFigureOut">
              <a:rPr lang="th-TH" smtClean="0"/>
              <a:t>21/11/68</a:t>
            </a:fld>
            <a:endParaRPr lang="th-TH"/>
          </a:p>
        </p:txBody>
      </p:sp>
      <p:sp>
        <p:nvSpPr>
          <p:cNvPr id="3" name="ตัวแทนท้ายกระดาษ 2">
            <a:extLst>
              <a:ext uri="{FF2B5EF4-FFF2-40B4-BE49-F238E27FC236}">
                <a16:creationId xmlns:a16="http://schemas.microsoft.com/office/drawing/2014/main" id="{250D6611-3BD1-1485-7272-6723F4997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ตัวแทนหมายเลขสไลด์ 3">
            <a:extLst>
              <a:ext uri="{FF2B5EF4-FFF2-40B4-BE49-F238E27FC236}">
                <a16:creationId xmlns:a16="http://schemas.microsoft.com/office/drawing/2014/main" id="{CA32B491-9C80-8EDD-FB2C-2602F1A7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0D8-793C-4705-BEBB-05F8AF0842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09974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92F9FE48-A20C-2EDD-96E1-2C03000B1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FE182F93-6670-2E21-0469-C3C2428D4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EBB9C795-2D45-3954-F0D1-05CB3CCD5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40B078A3-7784-1BD4-6CC2-634C9DBA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AAFC-AD6C-4BC9-96C1-B2A3A4B61B2C}" type="datetimeFigureOut">
              <a:rPr lang="th-TH" smtClean="0"/>
              <a:t>21/11/68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189978FD-EC74-62A4-35BC-E14B45E69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58428054-A5AF-8234-8784-71BE6A1E8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0D8-793C-4705-BEBB-05F8AF0842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34569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12F5E9D5-DC13-7095-72B1-98C0BA48E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รูปภาพ 2">
            <a:extLst>
              <a:ext uri="{FF2B5EF4-FFF2-40B4-BE49-F238E27FC236}">
                <a16:creationId xmlns:a16="http://schemas.microsoft.com/office/drawing/2014/main" id="{DBD6493D-FBAD-1ADC-F1C5-6F7690192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ตัวแทนข้อความ 3">
            <a:extLst>
              <a:ext uri="{FF2B5EF4-FFF2-40B4-BE49-F238E27FC236}">
                <a16:creationId xmlns:a16="http://schemas.microsoft.com/office/drawing/2014/main" id="{9CA58C61-176A-A25D-EE7B-AF5AC68F9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ตัวแทนวันที่ 4">
            <a:extLst>
              <a:ext uri="{FF2B5EF4-FFF2-40B4-BE49-F238E27FC236}">
                <a16:creationId xmlns:a16="http://schemas.microsoft.com/office/drawing/2014/main" id="{689ACE96-D337-02DF-2349-9416243A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AAFC-AD6C-4BC9-96C1-B2A3A4B61B2C}" type="datetimeFigureOut">
              <a:rPr lang="th-TH" smtClean="0"/>
              <a:t>21/11/68</a:t>
            </a:fld>
            <a:endParaRPr lang="th-TH"/>
          </a:p>
        </p:txBody>
      </p:sp>
      <p:sp>
        <p:nvSpPr>
          <p:cNvPr id="6" name="ตัวแทนท้ายกระดาษ 5">
            <a:extLst>
              <a:ext uri="{FF2B5EF4-FFF2-40B4-BE49-F238E27FC236}">
                <a16:creationId xmlns:a16="http://schemas.microsoft.com/office/drawing/2014/main" id="{761D787C-6E45-59AA-4C9B-DFF5AF97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ตัวแทนหมายเลขสไลด์ 6">
            <a:extLst>
              <a:ext uri="{FF2B5EF4-FFF2-40B4-BE49-F238E27FC236}">
                <a16:creationId xmlns:a16="http://schemas.microsoft.com/office/drawing/2014/main" id="{7EB857D0-2D8B-6F6C-8B39-7A7608612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0D8-793C-4705-BEBB-05F8AF0842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4035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>
            <a:extLst>
              <a:ext uri="{FF2B5EF4-FFF2-40B4-BE49-F238E27FC236}">
                <a16:creationId xmlns:a16="http://schemas.microsoft.com/office/drawing/2014/main" id="{00D50543-FB58-8442-4640-0E71A7B6C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516817E1-4637-BA68-2755-E9839465A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AD8EAB7B-7709-23A2-17BE-194F78EA5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AAFC-AD6C-4BC9-96C1-B2A3A4B61B2C}" type="datetimeFigureOut">
              <a:rPr lang="th-TH" smtClean="0"/>
              <a:t>21/11/68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816357C9-F47F-594C-EF4F-400551028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6E9BBDFC-2473-979A-BC9C-19AB7630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0D8-793C-4705-BEBB-05F8AF0842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68568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>
            <a:extLst>
              <a:ext uri="{FF2B5EF4-FFF2-40B4-BE49-F238E27FC236}">
                <a16:creationId xmlns:a16="http://schemas.microsoft.com/office/drawing/2014/main" id="{8595A6F3-AE9E-A523-7C0E-114F475262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แนวตั้ง 2">
            <a:extLst>
              <a:ext uri="{FF2B5EF4-FFF2-40B4-BE49-F238E27FC236}">
                <a16:creationId xmlns:a16="http://schemas.microsoft.com/office/drawing/2014/main" id="{EE53FE8A-9AAA-BD92-C1EF-02DD5E79F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F8334819-D2F1-DA69-07D0-1FB03E31F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AAFC-AD6C-4BC9-96C1-B2A3A4B61B2C}" type="datetimeFigureOut">
              <a:rPr lang="th-TH" smtClean="0"/>
              <a:t>21/11/68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6264B467-7A71-B323-1902-E49487458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BD903656-E563-1F1A-99F0-3A72A5764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450D8-793C-4705-BEBB-05F8AF0842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1500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ชื่อเรื่อง 1">
            <a:extLst>
              <a:ext uri="{FF2B5EF4-FFF2-40B4-BE49-F238E27FC236}">
                <a16:creationId xmlns:a16="http://schemas.microsoft.com/office/drawing/2014/main" id="{B8DA6BD2-5601-51FA-A447-9BC04D6F7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</a:p>
        </p:txBody>
      </p:sp>
      <p:sp>
        <p:nvSpPr>
          <p:cNvPr id="3" name="ตัวแทนข้อความ 2">
            <a:extLst>
              <a:ext uri="{FF2B5EF4-FFF2-40B4-BE49-F238E27FC236}">
                <a16:creationId xmlns:a16="http://schemas.microsoft.com/office/drawing/2014/main" id="{FB705E96-1DC8-1EA8-E2AA-0472178C6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4" name="ตัวแทนวันที่ 3">
            <a:extLst>
              <a:ext uri="{FF2B5EF4-FFF2-40B4-BE49-F238E27FC236}">
                <a16:creationId xmlns:a16="http://schemas.microsoft.com/office/drawing/2014/main" id="{89928181-26C8-446C-C420-8756E6849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3AAFC-AD6C-4BC9-96C1-B2A3A4B61B2C}" type="datetimeFigureOut">
              <a:rPr lang="th-TH" smtClean="0"/>
              <a:t>21/11/68</a:t>
            </a:fld>
            <a:endParaRPr lang="th-TH"/>
          </a:p>
        </p:txBody>
      </p:sp>
      <p:sp>
        <p:nvSpPr>
          <p:cNvPr id="5" name="ตัวแทนท้ายกระดาษ 4">
            <a:extLst>
              <a:ext uri="{FF2B5EF4-FFF2-40B4-BE49-F238E27FC236}">
                <a16:creationId xmlns:a16="http://schemas.microsoft.com/office/drawing/2014/main" id="{8B1615D1-D097-A6CC-024E-5F865D8A9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ตัวแทนหมายเลขสไลด์ 5">
            <a:extLst>
              <a:ext uri="{FF2B5EF4-FFF2-40B4-BE49-F238E27FC236}">
                <a16:creationId xmlns:a16="http://schemas.microsoft.com/office/drawing/2014/main" id="{41EE243B-02F1-94D3-10EF-AE50E173F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4450D8-793C-4705-BEBB-05F8AF0842F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563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รูปภาพ 25" descr="รูปภาพประกอบด้วย กลางแจ้ง, ท้องฟ้า, เมฆ, ธรรมชาติ&#10;&#10;เนื้อหาที่สร้างโดย AI อาจไม่ถูกต้อง">
            <a:extLst>
              <a:ext uri="{FF2B5EF4-FFF2-40B4-BE49-F238E27FC236}">
                <a16:creationId xmlns:a16="http://schemas.microsoft.com/office/drawing/2014/main" id="{5BB41F54-793D-A84F-8815-E12F41C25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026" y="96052"/>
            <a:ext cx="12192000" cy="6858000"/>
          </a:xfrm>
          <a:prstGeom prst="rect">
            <a:avLst/>
          </a:prstGeom>
        </p:spPr>
      </p:pic>
      <p:sp>
        <p:nvSpPr>
          <p:cNvPr id="10" name="กล่องข้อความ 9">
            <a:extLst>
              <a:ext uri="{FF2B5EF4-FFF2-40B4-BE49-F238E27FC236}">
                <a16:creationId xmlns:a16="http://schemas.microsoft.com/office/drawing/2014/main" id="{95A58654-6C7A-7242-8312-AFFE0C666021}"/>
              </a:ext>
            </a:extLst>
          </p:cNvPr>
          <p:cNvSpPr txBox="1"/>
          <p:nvPr/>
        </p:nvSpPr>
        <p:spPr>
          <a:xfrm>
            <a:off x="132270" y="150126"/>
            <a:ext cx="32618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i="0" dirty="0">
                <a:solidFill>
                  <a:srgbClr val="FF7200"/>
                </a:solidFill>
                <a:effectLst/>
                <a:latin typeface="Comic Sans MS" panose="030F0702030302020204" pitchFamily="66" charset="0"/>
              </a:rPr>
              <a:t>WEBRAIWA T-T</a:t>
            </a:r>
          </a:p>
          <a:p>
            <a:b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th-TH" dirty="0">
              <a:solidFill>
                <a:srgbClr val="FFE8DB"/>
              </a:solidFill>
            </a:endParaRPr>
          </a:p>
        </p:txBody>
      </p:sp>
      <p:sp>
        <p:nvSpPr>
          <p:cNvPr id="11" name="กล่องข้อความ 10">
            <a:extLst>
              <a:ext uri="{FF2B5EF4-FFF2-40B4-BE49-F238E27FC236}">
                <a16:creationId xmlns:a16="http://schemas.microsoft.com/office/drawing/2014/main" id="{89DC457F-94C8-603C-0F6D-58FFB06A4BFE}"/>
              </a:ext>
            </a:extLst>
          </p:cNvPr>
          <p:cNvSpPr txBox="1"/>
          <p:nvPr/>
        </p:nvSpPr>
        <p:spPr>
          <a:xfrm>
            <a:off x="3748583" y="150126"/>
            <a:ext cx="11737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HOME</a:t>
            </a:r>
            <a:endParaRPr lang="th-TH" dirty="0">
              <a:solidFill>
                <a:schemeClr val="bg1"/>
              </a:solidFill>
            </a:endParaRPr>
          </a:p>
        </p:txBody>
      </p:sp>
      <p:sp>
        <p:nvSpPr>
          <p:cNvPr id="13" name="กล่องข้อความ 12">
            <a:extLst>
              <a:ext uri="{FF2B5EF4-FFF2-40B4-BE49-F238E27FC236}">
                <a16:creationId xmlns:a16="http://schemas.microsoft.com/office/drawing/2014/main" id="{98C7CEF7-A034-FB5B-C4AF-90B4A2CE86D7}"/>
              </a:ext>
            </a:extLst>
          </p:cNvPr>
          <p:cNvSpPr txBox="1"/>
          <p:nvPr/>
        </p:nvSpPr>
        <p:spPr>
          <a:xfrm>
            <a:off x="4922291" y="150126"/>
            <a:ext cx="1321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ABOUT</a:t>
            </a:r>
            <a:endParaRPr lang="th-TH" dirty="0">
              <a:solidFill>
                <a:schemeClr val="bg1"/>
              </a:solidFill>
            </a:endParaRPr>
          </a:p>
        </p:txBody>
      </p:sp>
      <p:sp>
        <p:nvSpPr>
          <p:cNvPr id="17" name="กล่องข้อความ 16">
            <a:extLst>
              <a:ext uri="{FF2B5EF4-FFF2-40B4-BE49-F238E27FC236}">
                <a16:creationId xmlns:a16="http://schemas.microsoft.com/office/drawing/2014/main" id="{B1B0A6F9-46E6-1F83-B58B-0FBD638911BE}"/>
              </a:ext>
            </a:extLst>
          </p:cNvPr>
          <p:cNvSpPr txBox="1"/>
          <p:nvPr/>
        </p:nvSpPr>
        <p:spPr>
          <a:xfrm>
            <a:off x="6455145" y="106789"/>
            <a:ext cx="1948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PRODUCT</a:t>
            </a:r>
            <a:endParaRPr lang="th-TH" dirty="0">
              <a:solidFill>
                <a:schemeClr val="bg1"/>
              </a:solidFill>
            </a:endParaRPr>
          </a:p>
        </p:txBody>
      </p:sp>
      <p:sp>
        <p:nvSpPr>
          <p:cNvPr id="21" name="กล่องข้อความ 20">
            <a:extLst>
              <a:ext uri="{FF2B5EF4-FFF2-40B4-BE49-F238E27FC236}">
                <a16:creationId xmlns:a16="http://schemas.microsoft.com/office/drawing/2014/main" id="{08EF8F14-CB0B-306A-C0DF-46F5769C22B0}"/>
              </a:ext>
            </a:extLst>
          </p:cNvPr>
          <p:cNvSpPr txBox="1"/>
          <p:nvPr/>
        </p:nvSpPr>
        <p:spPr>
          <a:xfrm>
            <a:off x="4010966" y="2504265"/>
            <a:ext cx="4170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GOODWORK</a:t>
            </a:r>
            <a:endParaRPr lang="th-TH" sz="5400" dirty="0">
              <a:solidFill>
                <a:schemeClr val="bg1"/>
              </a:solidFill>
            </a:endParaRPr>
          </a:p>
        </p:txBody>
      </p:sp>
      <p:sp>
        <p:nvSpPr>
          <p:cNvPr id="22" name="กล่องข้อความ 21">
            <a:extLst>
              <a:ext uri="{FF2B5EF4-FFF2-40B4-BE49-F238E27FC236}">
                <a16:creationId xmlns:a16="http://schemas.microsoft.com/office/drawing/2014/main" id="{FB397263-3E75-B789-F9D3-06A6C2FD4C5A}"/>
              </a:ext>
            </a:extLst>
          </p:cNvPr>
          <p:cNvSpPr txBox="1"/>
          <p:nvPr/>
        </p:nvSpPr>
        <p:spPr>
          <a:xfrm>
            <a:off x="4219837" y="3427595"/>
            <a:ext cx="1305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th-TH" dirty="0">
              <a:solidFill>
                <a:schemeClr val="bg1"/>
              </a:solidFill>
            </a:endParaRPr>
          </a:p>
        </p:txBody>
      </p:sp>
      <p:sp>
        <p:nvSpPr>
          <p:cNvPr id="23" name="กล่องข้อความ 22">
            <a:extLst>
              <a:ext uri="{FF2B5EF4-FFF2-40B4-BE49-F238E27FC236}">
                <a16:creationId xmlns:a16="http://schemas.microsoft.com/office/drawing/2014/main" id="{D5EACAB4-9E09-DCA9-A147-A2A78E238F9A}"/>
              </a:ext>
            </a:extLst>
          </p:cNvPr>
          <p:cNvSpPr txBox="1"/>
          <p:nvPr/>
        </p:nvSpPr>
        <p:spPr>
          <a:xfrm>
            <a:off x="8614804" y="96052"/>
            <a:ext cx="1948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CONTACT</a:t>
            </a:r>
            <a:endParaRPr lang="th-TH" dirty="0">
              <a:solidFill>
                <a:schemeClr val="bg1"/>
              </a:solidFill>
            </a:endParaRPr>
          </a:p>
        </p:txBody>
      </p:sp>
      <p:sp>
        <p:nvSpPr>
          <p:cNvPr id="24" name="กล่องข้อความ 23">
            <a:extLst>
              <a:ext uri="{FF2B5EF4-FFF2-40B4-BE49-F238E27FC236}">
                <a16:creationId xmlns:a16="http://schemas.microsoft.com/office/drawing/2014/main" id="{D9981586-630D-4B29-4B2D-9DC74D2A2021}"/>
              </a:ext>
            </a:extLst>
          </p:cNvPr>
          <p:cNvSpPr txBox="1"/>
          <p:nvPr/>
        </p:nvSpPr>
        <p:spPr>
          <a:xfrm>
            <a:off x="5910467" y="3525052"/>
            <a:ext cx="2270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th-TH" dirty="0">
              <a:solidFill>
                <a:schemeClr val="bg1"/>
              </a:solidFill>
            </a:endParaRPr>
          </a:p>
        </p:txBody>
      </p:sp>
      <p:sp>
        <p:nvSpPr>
          <p:cNvPr id="27" name="สี่เหลี่ยมผืนผ้า 26">
            <a:extLst>
              <a:ext uri="{FF2B5EF4-FFF2-40B4-BE49-F238E27FC236}">
                <a16:creationId xmlns:a16="http://schemas.microsoft.com/office/drawing/2014/main" id="{598E30A9-934F-9A90-6B65-23B3E15D117E}"/>
              </a:ext>
            </a:extLst>
          </p:cNvPr>
          <p:cNvSpPr/>
          <p:nvPr/>
        </p:nvSpPr>
        <p:spPr>
          <a:xfrm>
            <a:off x="4202900" y="3392050"/>
            <a:ext cx="1438781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BUY IT</a:t>
            </a:r>
            <a:endParaRPr lang="th-TH" dirty="0"/>
          </a:p>
        </p:txBody>
      </p:sp>
      <p:sp>
        <p:nvSpPr>
          <p:cNvPr id="28" name="สี่เหลี่ยมผืนผ้า 27">
            <a:extLst>
              <a:ext uri="{FF2B5EF4-FFF2-40B4-BE49-F238E27FC236}">
                <a16:creationId xmlns:a16="http://schemas.microsoft.com/office/drawing/2014/main" id="{379CA5C6-5826-2043-8811-C27216DE1E08}"/>
              </a:ext>
            </a:extLst>
          </p:cNvPr>
          <p:cNvSpPr/>
          <p:nvPr/>
        </p:nvSpPr>
        <p:spPr>
          <a:xfrm>
            <a:off x="5894690" y="3397631"/>
            <a:ext cx="1974576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BUY IT TOO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4073892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13</Words>
  <Application>Microsoft Office PowerPoint</Application>
  <PresentationFormat>แบบจอกว้าง</PresentationFormat>
  <Paragraphs>9</Paragraphs>
  <Slides>1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Comic Sans MS</vt:lpstr>
      <vt:lpstr>ธีมของ Office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GODHARD NEVERLOSE</dc:creator>
  <cp:lastModifiedBy>GODHARD NEVERLOSE</cp:lastModifiedBy>
  <cp:revision>4</cp:revision>
  <dcterms:created xsi:type="dcterms:W3CDTF">2025-11-21T08:39:18Z</dcterms:created>
  <dcterms:modified xsi:type="dcterms:W3CDTF">2025-11-21T13:00:33Z</dcterms:modified>
</cp:coreProperties>
</file>